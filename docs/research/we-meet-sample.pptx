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NanumSquare ExtraBold" panose="020B0600000101010101" charset="-127"/>
      <p:bold r:id="rId10"/>
    </p:embeddedFont>
    <p:embeddedFont>
      <p:font typeface="NanumSquare Regular" panose="020B0600000101010101" charset="-127"/>
      <p:regular r:id="rId11"/>
    </p:embeddedFont>
    <p:embeddedFont>
      <p:font typeface="함초롬돋움" panose="020B0604000101010101" pitchFamily="50" charset="-127"/>
      <p:regular r:id="rId12"/>
      <p:bold r:id="rId13"/>
    </p:embeddedFont>
    <p:embeddedFont>
      <p:font typeface="Aharoni" panose="02010803020104030203" pitchFamily="2" charset="-79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V Boli" panose="02000500030200090000" pitchFamily="2" charset="0"/>
      <p:regular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468E"/>
    <a:srgbClr val="7996BA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14" y="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2B72C-7D37-4A79-97AE-96661EF71771}" type="datetimeFigureOut">
              <a:rPr lang="ko-KR" altLang="en-US" smtClean="0"/>
              <a:t>2025-03-06(Thu)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4BDBB-8046-48D6-9EF6-E9889D69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29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1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610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977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668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874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636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214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A2BD15-4334-4C56-8A64-B94749392A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2076"/>
            <a:ext cx="1579799" cy="708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3147242"/>
            <a:ext cx="14960600" cy="151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400" dirty="0">
                <a:solidFill>
                  <a:srgbClr val="3B7DDD"/>
                </a:solidFill>
                <a:latin typeface="NanumSquare ExtraBold" panose="020B0600000101010101" charset="-127"/>
                <a:ea typeface="NanumSquare ExtraBold" panose="020B0600000101010101" charset="-127"/>
                <a:cs typeface="MV Boli" panose="02000500030200090000" pitchFamily="2" charset="0"/>
              </a:rPr>
              <a:t>WE-Meet </a:t>
            </a:r>
            <a:r>
              <a:rPr lang="ko-KR" altLang="en-US" sz="8000" b="1" dirty="0">
                <a:solidFill>
                  <a:srgbClr val="3B7DDD"/>
                </a:solidFill>
                <a:latin typeface="NanumSquare ExtraBold" panose="020B0600000101010101" charset="-127"/>
                <a:ea typeface="NanumSquare ExtraBold" panose="020B0600000101010101" charset="-127"/>
                <a:cs typeface="Aharoni" panose="02010803020104030203" pitchFamily="2" charset="-79"/>
              </a:rPr>
              <a:t>프로젝트 결과보고서</a:t>
            </a:r>
            <a:endParaRPr lang="en-US" sz="8400" b="1" i="0" u="none" strike="noStrike" dirty="0">
              <a:solidFill>
                <a:srgbClr val="3B7DDD"/>
              </a:solidFill>
              <a:latin typeface="NanumSquare ExtraBold" panose="020B0600000101010101" charset="-127"/>
              <a:ea typeface="NanumSquare ExtraBold" panose="020B0600000101010101" charset="-127"/>
              <a:cs typeface="Aharoni" panose="02010803020104030203" pitchFamily="2" charset="-79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7797800"/>
            <a:ext cx="16294100" cy="2489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979" y="4686300"/>
            <a:ext cx="5443441" cy="665115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12132420" y="5870670"/>
            <a:ext cx="5867400" cy="15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50000"/>
              </a:lnSpc>
            </a:pPr>
            <a:r>
              <a:rPr lang="ko-KR" altLang="en-US" sz="2000" b="0" i="0" u="none" strike="noStrike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참여 프로젝트 </a:t>
            </a:r>
            <a:r>
              <a:rPr lang="en-US" altLang="ko-KR" sz="2000" b="0" i="0" u="none" strike="noStrike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: </a:t>
            </a:r>
            <a:r>
              <a:rPr lang="ko-KR" altLang="en-US" sz="2000" b="0" i="0" u="none" strike="noStrike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진행 프로젝트명 작성</a:t>
            </a:r>
            <a:endParaRPr lang="en-US" altLang="ko-KR" sz="2000" b="0" i="0" u="none" strike="noStrike" dirty="0">
              <a:solidFill>
                <a:srgbClr val="201A74"/>
              </a:solidFill>
              <a:latin typeface="NanumSquare Regular" panose="020B0600000101010101" charset="-127"/>
              <a:ea typeface="NanumSquare Regular" panose="020B0600000101010101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멘토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/</a:t>
            </a:r>
            <a:r>
              <a:rPr lang="ko-KR" altLang="en-US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지도교수 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: </a:t>
            </a:r>
            <a:r>
              <a:rPr lang="ko-KR" altLang="en-US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홍길동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(</a:t>
            </a:r>
            <a:r>
              <a:rPr lang="ko-KR" altLang="en-US" sz="2000" dirty="0" err="1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기업멘토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), </a:t>
            </a:r>
            <a:r>
              <a:rPr lang="ko-KR" altLang="en-US" sz="2000" dirty="0" err="1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김위밋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(</a:t>
            </a:r>
            <a:r>
              <a:rPr lang="ko-KR" altLang="en-US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지도교수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ko-KR" altLang="en-US" sz="2000" b="0" i="0" u="none" strike="noStrike" dirty="0" err="1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팀명</a:t>
            </a:r>
            <a:r>
              <a:rPr lang="ko-KR" altLang="en-US" sz="2000" b="0" i="0" u="none" strike="noStrike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 </a:t>
            </a:r>
            <a:r>
              <a:rPr lang="en-US" altLang="ko-KR" sz="2000" b="0" i="0" u="none" strike="noStrike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: </a:t>
            </a:r>
            <a:r>
              <a:rPr lang="ko-KR" altLang="en-US" sz="2000" b="0" i="0" u="none" strike="noStrike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팀에서 정한 </a:t>
            </a:r>
            <a:r>
              <a:rPr lang="ko-KR" altLang="en-US" sz="2000" b="0" i="0" u="none" strike="noStrike" dirty="0" err="1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팀명</a:t>
            </a:r>
            <a:r>
              <a:rPr lang="ko-KR" altLang="en-US" sz="2000" b="0" i="0" u="none" strike="noStrike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 작성</a:t>
            </a:r>
            <a:endParaRPr lang="en-US" altLang="ko-KR" sz="2000" b="0" i="0" u="none" strike="noStrike" dirty="0">
              <a:solidFill>
                <a:srgbClr val="201A74"/>
              </a:solidFill>
              <a:latin typeface="NanumSquare Regular" panose="020B0600000101010101" charset="-127"/>
              <a:ea typeface="NanumSquare Regular" panose="020B0600000101010101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팀원 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: </a:t>
            </a:r>
            <a:r>
              <a:rPr lang="ko-KR" altLang="en-US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홍길동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(</a:t>
            </a:r>
            <a:r>
              <a:rPr lang="ko-KR" altLang="en-US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팀장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), </a:t>
            </a:r>
            <a:r>
              <a:rPr lang="ko-KR" altLang="en-US" sz="2000" dirty="0" err="1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김위밋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(</a:t>
            </a:r>
            <a:r>
              <a:rPr lang="ko-KR" altLang="en-US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팀원</a:t>
            </a:r>
            <a:r>
              <a:rPr lang="en-US" altLang="ko-KR" sz="2000" dirty="0">
                <a:solidFill>
                  <a:srgbClr val="201A74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)</a:t>
            </a:r>
            <a:endParaRPr lang="en-US" altLang="ko-KR" sz="2000" b="0" i="0" u="none" strike="noStrike" dirty="0">
              <a:solidFill>
                <a:srgbClr val="201A74"/>
              </a:solidFill>
              <a:latin typeface="NanumSquare Regular" panose="020B0600000101010101" charset="-127"/>
              <a:ea typeface="NanumSquare Regular" panose="020B0600000101010101" charset="-127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8AA703A-046B-42E7-9644-C5D907B91768}"/>
              </a:ext>
            </a:extLst>
          </p:cNvPr>
          <p:cNvSpPr txBox="1"/>
          <p:nvPr/>
        </p:nvSpPr>
        <p:spPr>
          <a:xfrm>
            <a:off x="7696199" y="4841057"/>
            <a:ext cx="3429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-</a:t>
            </a:r>
            <a:r>
              <a:rPr lang="ko-KR" altLang="en-US" sz="2000" b="0" i="0" u="none" strike="noStrike" dirty="0">
                <a:solidFill>
                  <a:srgbClr val="FFFFFF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팀에서 정한 프로젝트명 작성</a:t>
            </a:r>
            <a:r>
              <a:rPr lang="en-US" altLang="ko-KR" sz="2000" b="0" i="0" u="none" strike="noStrike" dirty="0">
                <a:solidFill>
                  <a:srgbClr val="FFFFFF"/>
                </a:solidFill>
                <a:latin typeface="NanumSquare Regular" panose="020B0600000101010101" charset="-127"/>
                <a:ea typeface="NanumSquare Regular" panose="020B0600000101010101" charset="-127"/>
              </a:rPr>
              <a:t>-</a:t>
            </a:r>
            <a:endParaRPr lang="ko-KR" sz="2000" b="0" i="0" u="none" strike="noStrike" dirty="0">
              <a:solidFill>
                <a:srgbClr val="FFFFFF"/>
              </a:solidFill>
              <a:latin typeface="NanumSquare Regular" panose="020B0600000101010101" charset="-127"/>
              <a:ea typeface="NanumSquare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6552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1.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프로젝트 개요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62000" y="2019300"/>
            <a:ext cx="5867400" cy="15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b="0" i="0" u="none" strike="noStrike" dirty="0">
                <a:solidFill>
                  <a:srgbClr val="201A74"/>
                </a:solidFill>
                <a:ea typeface="NanumSquare Regular"/>
              </a:rPr>
              <a:t>프로젝트 소개</a:t>
            </a:r>
            <a:endParaRPr lang="en-US" altLang="ko-KR" sz="2000" b="0" i="0" u="none" strike="noStrike" dirty="0">
              <a:solidFill>
                <a:srgbClr val="201A74"/>
              </a:solidFill>
              <a:ea typeface="NanumSquare Regular"/>
            </a:endParaRP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프로젝트 달성 목표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b="0" i="0" u="none" strike="noStrike" dirty="0">
                <a:solidFill>
                  <a:srgbClr val="201A74"/>
                </a:solidFill>
                <a:ea typeface="NanumSquare Regular"/>
              </a:rPr>
              <a:t>추진배경 및 필요성</a:t>
            </a:r>
            <a:endParaRPr lang="en-US" altLang="ko-KR" sz="2000" b="0" i="0" u="none" strike="noStrike" dirty="0">
              <a:solidFill>
                <a:srgbClr val="201A74"/>
              </a:solidFill>
              <a:ea typeface="NanumSquare Regular"/>
            </a:endParaRP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예상 결과물 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(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구성도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특징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장점 등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)</a:t>
            </a:r>
            <a:endParaRPr lang="en-US" altLang="ko-KR" sz="2000" b="0" i="0" u="none" strike="noStrike" dirty="0">
              <a:solidFill>
                <a:srgbClr val="201A74"/>
              </a:solidFill>
              <a:ea typeface="NanumSquare Regular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2. </a:t>
            </a:r>
            <a:r>
              <a:rPr lang="ko-KR" altLang="en-US" sz="4500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프로젝트 수행과정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62000" y="1790700"/>
            <a:ext cx="7467600" cy="15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업무분장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(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멘토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지도교수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팀장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 err="1">
                <a:solidFill>
                  <a:srgbClr val="201A74"/>
                </a:solidFill>
                <a:ea typeface="NanumSquare Regular"/>
              </a:rPr>
              <a:t>팀원별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 담당업무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)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프로젝트 달성 목표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프로젝트 수행 일정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프로젝트 수행  과정에서 발생한 문제 해결 과정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0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3.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프로젝트 수행결과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62000" y="2247900"/>
            <a:ext cx="7467600" cy="15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주요기능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(S/W, H/W)</a:t>
            </a: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결과물 상세 이미지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프로젝트 작동 동영상 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URL </a:t>
            </a: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(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영상은 유튜브 업로드하여 파일이 아닌 링크 첨부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)</a:t>
            </a: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성과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(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공모전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논문 게재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APP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등록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기술이전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특허 출원 등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)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1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4.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예상효과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62000" y="1617615"/>
            <a:ext cx="7467600" cy="15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기대효과 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: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기존 제품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/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서비스와의 </a:t>
            </a:r>
            <a:r>
              <a:rPr lang="ko-KR" altLang="en-US" sz="2000" dirty="0" err="1">
                <a:solidFill>
                  <a:srgbClr val="201A74"/>
                </a:solidFill>
                <a:ea typeface="NanumSquare Regular"/>
              </a:rPr>
              <a:t>차별점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 등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활용분야 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: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프로젝트 결과물 응용 분야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활용 방안 등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13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5.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그 외 </a:t>
            </a:r>
            <a:r>
              <a:rPr lang="ko-KR" altLang="en-US" sz="20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＊선택사항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62000" y="1617615"/>
            <a:ext cx="7467600" cy="15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프로젝트를 통해 배운 점 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(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기술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지식 등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)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추가 내용을 자유롭게 작성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6.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참고자료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62000" y="1617615"/>
            <a:ext cx="7467600" cy="15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참고자료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(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서적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연구보고서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, </a:t>
            </a:r>
            <a:r>
              <a:rPr lang="ko-KR" altLang="en-US" sz="2000" dirty="0">
                <a:solidFill>
                  <a:srgbClr val="201A74"/>
                </a:solidFill>
                <a:ea typeface="NanumSquare Regular"/>
              </a:rPr>
              <a:t>신문기사 등</a:t>
            </a:r>
            <a:r>
              <a:rPr lang="en-US" altLang="ko-KR" sz="2000" dirty="0">
                <a:solidFill>
                  <a:srgbClr val="201A74"/>
                </a:solidFill>
                <a:ea typeface="NanumSquare Regular"/>
              </a:rPr>
              <a:t>)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4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199</Words>
  <Application>Microsoft Office PowerPoint</Application>
  <PresentationFormat>사용자 지정</PresentationFormat>
  <Paragraphs>35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NanumSquare Regular</vt:lpstr>
      <vt:lpstr>맑은 고딕</vt:lpstr>
      <vt:lpstr>Aharoni</vt:lpstr>
      <vt:lpstr>함초롬돋움</vt:lpstr>
      <vt:lpstr>MV Boli</vt:lpstr>
      <vt:lpstr>NanumSquare ExtraBold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</cp:revision>
  <dcterms:created xsi:type="dcterms:W3CDTF">2006-08-16T00:00:00Z</dcterms:created>
  <dcterms:modified xsi:type="dcterms:W3CDTF">2025-03-06T02:22:51Z</dcterms:modified>
</cp:coreProperties>
</file>