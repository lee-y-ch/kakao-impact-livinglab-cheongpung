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NanumSquare ExtraBold" panose="020B0600000101010101" charset="-127"/>
      <p:bold r:id="rId10"/>
    </p:embeddedFont>
    <p:embeddedFont>
      <p:font typeface="NanumSquare Regular" panose="020B0600000101010101" charset="-127"/>
      <p:regular r:id="rId11"/>
    </p:embeddedFont>
    <p:embeddedFont>
      <p:font typeface="함초롬돋움" panose="020B0604000101010101" pitchFamily="50" charset="-127"/>
      <p:regular r:id="rId12"/>
      <p:bold r:id="rId13"/>
    </p:embeddedFont>
    <p:embeddedFont>
      <p:font typeface="Aharoni" panose="02010803020104030203" pitchFamily="2" charset="-79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V Boli" panose="02000500030200090000" pitchFamily="2" charset="0"/>
      <p:regular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468E"/>
    <a:srgbClr val="7996BA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14" y="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2B72C-7D37-4A79-97AE-96661EF71771}" type="datetimeFigureOut">
              <a:rPr lang="ko-KR" altLang="en-US" smtClean="0"/>
              <a:t>2025-03-06(Thu)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4BDBB-8046-48D6-9EF6-E9889D695A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29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71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610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977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668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874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636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4BDBB-8046-48D6-9EF6-E9889D695AD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2141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A2BD15-4334-4C56-8A64-B94749392A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2076"/>
            <a:ext cx="1579799" cy="708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3147242"/>
            <a:ext cx="14960600" cy="151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8400" dirty="0">
                <a:solidFill>
                  <a:srgbClr val="3B7DDD"/>
                </a:solidFill>
                <a:latin typeface="NanumSquare ExtraBold" panose="020B0600000101010101" charset="-127"/>
                <a:ea typeface="NanumSquare ExtraBold" panose="020B0600000101010101" charset="-127"/>
                <a:cs typeface="MV Boli" panose="02000500030200090000" pitchFamily="2" charset="0"/>
              </a:rPr>
              <a:t>WE-Meet </a:t>
            </a:r>
            <a:r>
              <a:rPr lang="ko-KR" altLang="en-US" sz="8000" b="1" dirty="0">
                <a:solidFill>
                  <a:srgbClr val="3B7DDD"/>
                </a:solidFill>
                <a:latin typeface="NanumSquare ExtraBold" panose="020B0600000101010101" charset="-127"/>
                <a:ea typeface="NanumSquare ExtraBold" panose="020B0600000101010101" charset="-127"/>
                <a:cs typeface="Aharoni" panose="02010803020104030203" pitchFamily="2" charset="-79"/>
              </a:rPr>
              <a:t>프로젝트 결과보고서</a:t>
            </a:r>
            <a:endParaRPr lang="en-US" sz="8400" b="1" i="0" u="none" strike="noStrike" dirty="0">
              <a:solidFill>
                <a:srgbClr val="3B7DDD"/>
              </a:solidFill>
              <a:latin typeface="NanumSquare ExtraBold" panose="020B0600000101010101" charset="-127"/>
              <a:ea typeface="NanumSquare ExtraBold" panose="020B0600000101010101" charset="-127"/>
              <a:cs typeface="Aharoni" panose="02010803020104030203" pitchFamily="2" charset="-79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7797800"/>
            <a:ext cx="16294100" cy="2489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979" y="4686300"/>
            <a:ext cx="5443441" cy="665115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12132420" y="5870670"/>
            <a:ext cx="5867400" cy="1562100"/>
          </a:xfrm>
          <a:prstGeom prst="rect">
            <a:avLst/>
          </a:prstGeom>
        </p:spPr>
        <p:txBody>
          <a:bodyPr lIns="0" tIns="0" rIns="0" bIns="0" rtlCol="0" anchor="ctr" wrap="square"/>
          <a:lstStyle/>
          <a:p>
            <a:pPr>
              <a:lnSpc>
                <a:spcPct val="150000"/>
              </a:lnSpc>
            </a:pPr>
            <a:r>
              <a:rPr sz="1400" b="0">
                <a:solidFill>
                  <a:srgbClr val="201A74"/>
                </a:solidFill>
                <a:latin typeface="NanumSquare Regular"/>
              </a:rPr>
              <a:t>참여 프로젝트 : 카카오임팩트 × 협동조합 청풍 — 강화도 관계인구 프로젝트</a:t>
            </a:r>
            <a:endParaRPr lang="en-US" altLang="ko-KR" sz="2000" b="0" i="0" u="none" strike="noStrike" dirty="0">
              <a:solidFill>
                <a:srgbClr val="201A74"/>
              </a:solidFill>
              <a:latin typeface="NanumSquare Regular" panose="020B0600000101010101" charset="-127"/>
              <a:ea typeface="NanumSquare Regular" panose="020B0600000101010101" charset="-127"/>
            </a:endParaRPr>
          </a:p>
          <a:p>
            <a:pPr/>
            <a:r>
              <a:rPr sz="1400" b="0">
                <a:solidFill>
                  <a:srgbClr val="201A74"/>
                </a:solidFill>
                <a:latin typeface="NanumSquare Regular"/>
              </a:rPr>
              <a:t>멘토/지도교수 : 카카오임팩트 멘토(기업멘토), 이호준(지도교수)</a:t>
            </a:r>
          </a:p>
          <a:p>
            <a:pPr/>
            <a:r>
              <a:rPr sz="1400" b="0">
                <a:solidFill>
                  <a:srgbClr val="201A74"/>
                </a:solidFill>
                <a:latin typeface="NanumSquare Regular"/>
              </a:rPr>
              <a:t>팀명 : [팀명]</a:t>
            </a:r>
          </a:p>
          <a:p>
            <a:pPr/>
            <a:r>
              <a:rPr sz="1400" b="0">
                <a:solidFill>
                  <a:srgbClr val="201A74"/>
                </a:solidFill>
                <a:latin typeface="NanumSquare Regular"/>
              </a:rPr>
              <a:t>팀원 : 정채연(팀장), 전현승, 민경 김, 이용찬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8AA703A-046B-42E7-9644-C5D907B91768}"/>
              </a:ext>
            </a:extLst>
          </p:cNvPr>
          <p:cNvSpPr txBox="1"/>
          <p:nvPr/>
        </p:nvSpPr>
        <p:spPr>
          <a:xfrm>
            <a:off x="7696199" y="4841057"/>
            <a:ext cx="3429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sz="1400" b="0">
                <a:solidFill>
                  <a:srgbClr val="FFFFFF"/>
                </a:solidFill>
                <a:latin typeface="NanumSquare Regular"/>
              </a:rPr>
              <a:t>- 만남의 카드와 시간의 편지, 그리고 가게 둘러보기 -</a:t>
            </a:r>
            <a:endParaRPr lang="ko-KR" sz="2000" b="0" i="0" u="none" strike="noStrike" dirty="0">
              <a:solidFill>
                <a:srgbClr val="FFFFFF"/>
              </a:solidFill>
              <a:latin typeface="NanumSquare Regular" panose="020B0600000101010101" charset="-127"/>
              <a:ea typeface="NanumSquare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6552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1. </a:t>
            </a:r>
            <a:r>
              <a:rPr lang="ko-KR" alt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프로젝트 개요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58952" y="1828800"/>
            <a:ext cx="16916400" cy="5760720"/>
          </a:xfrm>
          <a:prstGeom prst="rect">
            <a:avLst/>
          </a:prstGeom>
        </p:spPr>
        <p:txBody>
          <a:bodyPr lIns="0" tIns="0" rIns="0" bIns="0" rtlCol="0" anchor="ctr" wrap="square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sz="1800" b="1">
                <a:solidFill>
                  <a:srgbClr val="201A74"/>
                </a:solidFill>
                <a:latin typeface="NanumSquare ExtraBold"/>
              </a:rPr>
              <a:t>■ 프로젝트 소개</a:t>
            </a:r>
            <a:endParaRPr lang="en-US" altLang="ko-KR" sz="2000" b="0" i="0" u="none" strike="noStrike" dirty="0">
              <a:solidFill>
                <a:srgbClr val="201A74"/>
              </a:solidFill>
              <a:ea typeface="NanumSquare Regular"/>
            </a:endParaRP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강화도에서 만난 사람·장소·경험을 "사진 + 한 줄 메모" 카드로 기록하고, 시간이 흐르면 사장님이 그 카드를 단서로 "편지"를 보내며, 동의한 카드는 "가게 둘러보기 페이지"에 모여 가게의 자산이 되는 웹 기반 관계 기록 경험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협동조합 청풍(강화유니버스)과 함께, "잠시 머물러도 우리 팀"이 되는 환대의 감각을 디지털 경험 레이어로 확장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프로젝트 달성 목표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① 방문자의 만남을 오프라인 트리거 기반 "사진 + 한 줄" 카드로 기록 (관계의 시각화)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② 사장님이 카드를 단서로 시차 편지를 보내 비동기 재연결 (응원의 편지)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③ 여행객이 동의한 카드만 모이는 "가게 둘러보기 페이지"로 가게의 홍보 자산 형성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④ 청풍의 "보이지 않는 성과"를 관리자 뷰로 가시화하여 다음 지원사업·보고서에 활용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추진배경 및 필요성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강화유니버스는 13년간 관계 자산을 축적해 왔으나, 그 관계가 디지털로 보이지 않음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방문 후 안부를 전할 "다정한 경로"가 부재하여 일상 복귀 후 관계가 단절됨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2~3박 단기 방문으로는 백지에서 편지를 시작할 만큼의 유대감이 어려움 → "카드 단서"가 편지의 진입장벽을 낮춤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유명상 대표가 마주한 최대 과제인 "보이지 않는 성과" 문제를 직접 해결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이을랩 "로컬유니버스 앱" 등 기존 플랫폼형 접근과 차별화된 경험 메커니즘 필요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예상 결과물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모바일 웹 / PWA — 카드 발급 · 도감 회고 · 가게 둘러보기 · 사장님 편지 · 청풍 관리자 뷰 (5개 핵심 플로우)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청풍 관리자 뷰 — 관계 밀도 요약 · 공개 카드 비율 · 가게 페이지 조회 수 · 보고서용 데이터 내보내기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오프라인 트리거(QR/NFC) 설치 가이드 및 상인·주민 온보딩 문서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4/11 현장 검증 리포트 및 종이 카드 프로토타입 실험 데이터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2. </a:t>
            </a:r>
            <a:r>
              <a:rPr lang="ko-KR" altLang="en-US" sz="4500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프로젝트 수행과정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58952" y="1828800"/>
            <a:ext cx="16916400" cy="5760720"/>
          </a:xfrm>
          <a:prstGeom prst="rect">
            <a:avLst/>
          </a:prstGeom>
        </p:spPr>
        <p:txBody>
          <a:bodyPr lIns="0" tIns="0" rIns="0" bIns="0" rtlCol="0" anchor="ctr" wrap="square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sz="1800" b="1">
                <a:solidFill>
                  <a:srgbClr val="201A74"/>
                </a:solidFill>
                <a:latin typeface="NanumSquare ExtraBold"/>
              </a:rPr>
              <a:t>■ 업무분장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기업멘토 : 카카오임팩트 멘토 — 기술·기획 전반 지원 및 구현 리소스 제공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지도교수 : 이호준 교수 — 기술 적정성 검토, 오버/언더엔지니어링 경계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현장 파트너 : 협동조합 청풍 유명상 대표 — 도메인 · 커뮤니티 · 운영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팀원 : 정채연(팀장), 전현승, 민경 김, 이용찬 — 개발 1인, 기획·디자인은 팀 공동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프로젝트 수행 일정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3/20  킥오프 — 초기 아이디어 발산 (소모임 플랫폼 · 로컬 행동 지도)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3/27  세미나 — 관계인구 개념 학습, 일본 가미야마 마을(인구 5천) 창조적 과소 사례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3/30  대표님 미팅 — 방향 대전환 : 플랫폼 지양 → 오프라인 관계 중심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4/3   중간발표 계획 수립 · 강화도 현장 방문 일정 확정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4/7   1차 멘토 미팅 — 편지 메커니즘 구체화 제안, Claude PM Skills 활용 논의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4/10  팀 내부 검토 — 단기 방문의 유대감 부족 문제 식별 → "사진 + 한 줄 단서" 모델로 보완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4/10  웹앱 5개 플로우 정의 + 공개/비공개 옵션 + SNS화 방지장치 설계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4/11  강화도 현장 방문 — 6개 가설 검증, 종이 카드 프로토타입 실험, 잠시섬 프로그램 참여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4월 중순  v2 주제 확정 · 2차 멘토 미팅 · 개발 착수 스펙 확정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5월  개발 및 사용자 테스트       /       6월  최종 발표 · 청풍 운영 인계 논의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문제 해결 과정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초기 플랫폼 중심 접근 → 대표님 미팅 후 "단일 경험 메커니즘" 중심으로 전환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이을랩 로컬유니버스 앱과의 중복 우려 → 네이티브 앱 대신 웹/PWA 포지셔닝으로 차별화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개발자 1인 제약 → 기능을 5개 핵심 플로우로 한정, 기획·디자인에 역량 집중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단기 방문에 따른 유대감 부족 → 카드에 "사진 + 한 줄"을 담아 사장님 편지의 단서가 되도록 설계 (백지 → 단서 기반)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가게 입장의 동기 부여 부족 → "가게 둘러보기 페이지"로 사장님이 운영할 동기와 홍보 자산을 동시에 확보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공개 페이지의 SNS화 위험 → 좋아요·팔로우·댓글·랭킹·검색 전부 제거, 시간순 정렬, 기본값 비공개 + opt-in 공개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"관계가 쌓이는 감각"의 모호성 → 6개 검증 가설(H1~H6)로 구체화 후 현장에서 검증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0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3. </a:t>
            </a:r>
            <a:r>
              <a:rPr lang="ko-KR" alt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프로젝트 수행결과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58952" y="1828800"/>
            <a:ext cx="16916400" cy="5760720"/>
          </a:xfrm>
          <a:prstGeom prst="rect">
            <a:avLst/>
          </a:prstGeom>
        </p:spPr>
        <p:txBody>
          <a:bodyPr lIns="0" tIns="0" rIns="0" bIns="0" rtlCol="0" anchor="ctr" wrap="square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sz="1800" b="1">
                <a:solidFill>
                  <a:srgbClr val="201A74"/>
                </a:solidFill>
                <a:latin typeface="NanumSquare ExtraBold"/>
              </a:rPr>
              <a:t>■ 주요기능 (S/W) — 5개 핵심 플로우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① 여행객 카드 발급 — 가게 QR/NFC 스캔 → 사진 1장 + 한 줄 메모 + 공개/비공개 토글(기본 비공개) → 사장님께 자동 전달. 같은 가게 재방문 시 카드는 1장이지만 "뒷면"이 두꺼워짐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② 여행객 도감 회고 + 편지 수신 — 본인 카드 그리드, 누적 통계, 카드별 공개 설정 변경, 사장님 편지 수신함과 답장(LLM 보조)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③ 가게 둘러보기 (외부 공개) — 비로그인도 열람 가능. 가게 클릭 시 공개 카드들을 시간순으로 노출 → 가게 홍보 자산. 좋아요·팔로우·댓글·랭킹·검색 전부 없음 (SNS화 방지)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④ 사장님 가게 페이지 + 편지 작성 — 가게 코드 로그인, 다녀간 여행객 카드 모음(공개·비공개 모두), 카드를 단서로 LLM 첫 문장 제안 + 사장님 다듬기, 시차 발송(N주~N개월). 가게 페이지 공개 ON/OFF 토글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⑤ 청풍 관리자 뷰 — 누적 카드·편지 수, 공개/비공개 비율, 가게 페이지 조회 수, 재방문자 수, 활성 사장님 수, 월별 그래프, 가게 등록·QR 발급, 모더레이션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게임 4규칙 — ① 거래·양도 불가  ② 1관계 1카드(재방문은 뒷면 누적)  ③ 기본값 비공개 + 명시적 opt-in 공개  ④ 사진 + 한 줄 없으면 저장 불가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기술 스택 : Next.js / PWA / LLM API / (백엔드는 개발 착수 시 확정) — 네이티브 앱 미사용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결과물 상세 이미지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4/11 현장 검증 및 종이 카드 프로토타입 실험 결과 포함 — v2에서 화면 시안과 함께 업데이트 예정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프로젝트 작동 동영상 URL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개발 완료 후 유튜브 업로드 예정 (링크 형태로 첨부)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성과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4/11 강화도 현장 검증 리포트 — 6개 가설 실사용자 검증, 종이 카드 프로토타입 실험 데이터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웹앱 5개 플로우 명세 확정 — 개발자 착수 가능한 수준의 기능 정의서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청풍과의 운영 인계 논의 — 수업 종료 후 실제 운영 가능성 타진 (멘토 조언 반영)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1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4. </a:t>
            </a:r>
            <a:r>
              <a:rPr lang="ko-KR" alt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예상효과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58952" y="1828800"/>
            <a:ext cx="16916400" cy="5760720"/>
          </a:xfrm>
          <a:prstGeom prst="rect">
            <a:avLst/>
          </a:prstGeom>
        </p:spPr>
        <p:txBody>
          <a:bodyPr lIns="0" tIns="0" rIns="0" bIns="0" rtlCol="0" anchor="ctr" wrap="square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sz="1800" b="1">
                <a:solidFill>
                  <a:srgbClr val="201A74"/>
                </a:solidFill>
                <a:latin typeface="NanumSquare ExtraBold"/>
              </a:rPr>
              <a:t>■ 기대효과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차별점 : "플랫폼형 로컬 앱"과 달리, 오프라인 만남이 먼저 존재하고 디지털은 기록·재연결만 담당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이을랩 로컬유니버스 앱과 중복 없는 포지셔닝 — 웹 경험 레이어 vs 범용 플랫폼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청풍의 "보이지 않는 성과" 문제 직접 해결 → 다음 지원사업·보고서의 설득력 강화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단기 방문에서 발생하는 유대감 부족 한계를 "카드 단서 기반 편지"로 우회 → 사장님의 백지 부담 해소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가게 입장의 "홍보 효과" 확보 — 여행객이 동의한 카드가 모이는 가게 페이지가 곧 가게의 자산이 됨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좋아요·랭킹·검색 없는 "비-SNS 공개 페이지"라는 새로운 디자인 패턴 시도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방문자에게 "잠시 머물러도 우리 팀" 경험 제공 → 재방문·관계 지속률 상승 기대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대표님의 언어 "끈질긴 다정함"을 설계 철학으로 담아, 게임성과 관계의 무게가 양립하는 경험 구현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활용분야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청풍·강화유니버스 커뮤니티 특화 운영 — 잠시섬 프로그램, 청년 한달살기와 직접 연계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강화도 가게의 홍보·재방문 자산화 — 가게 둘러보기 페이지를 가게의 "디지털 명함"으로 활용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다른 지역 관계인구 프로젝트의 경험 레이어 템플릿으로 확장 가능 (일본 가미야마 사례 등 참조)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지자체 관광·관계인구 정책 평가 도구로 응용 가능 — 관리자 뷰 데이터 기반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이을랩 로컬유니버스 앱 내 얇은 경험 모듈로 얹는 장기적 협력 가능성 열어둠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13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5. </a:t>
            </a:r>
            <a:r>
              <a:rPr lang="ko-KR" alt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그 외 </a:t>
            </a:r>
            <a:r>
              <a:rPr lang="ko-KR" altLang="en-US" sz="20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＊선택사항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58952" y="1828800"/>
            <a:ext cx="16916400" cy="5760720"/>
          </a:xfrm>
          <a:prstGeom prst="rect">
            <a:avLst/>
          </a:prstGeom>
        </p:spPr>
        <p:txBody>
          <a:bodyPr lIns="0" tIns="0" rIns="0" bIns="0" rtlCol="0" anchor="ctr" wrap="square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sz="1800" b="1">
                <a:solidFill>
                  <a:srgbClr val="201A74"/>
                </a:solidFill>
                <a:latin typeface="NanumSquare ExtraBold"/>
              </a:rPr>
              <a:t>■ 프로젝트를 통해 배운 점</a:t>
            </a:r>
            <a:endParaRPr lang="en-US" altLang="ko-KR" sz="2000" dirty="0">
              <a:solidFill>
                <a:srgbClr val="201A74"/>
              </a:solidFill>
              <a:ea typeface="NanumSquare Regular"/>
            </a:endParaRP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기술보다 문제 이해가 먼저다 — 초기 아이디어(소모임 · 로컬 행동 지도)를 대표님 피드백 후 전면 수정한 경험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팀 내부 피드백의 가치 — "단기 방문으로는 편지 쓸 만큼의 유대감이 어렵다"는 한 마디가 카드 모델 자체를 "사진 + 한 줄 단서"로 진화시킴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"공개 vs 비공개"의 미세 조정 — 옵셔널 공개로 홍보 효과를 살리되, SNS화 방지장치(좋아요·랭킹·검색 X)로 플랫폼화의 유혹을 차단하는 균형 설계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오버엔지니어링과 언더엔지니어링 사이의 균형 — 개발자 1인 제약 아래 "5개 플로우"로 범위를 한정하는 의사결정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"보이지 않는 성과"의 설계 — 정량 지표로 즉각 증명되지 않는 가치를 어떻게 제품에 담을 것인가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현장 검증의 힘 — 디지털 가설보다 종이 카드 프로토타입 실험이 더 강한 근거가 됨을 체감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파트너의 언어를 존중한 설계 — "끈질긴 다정함", "잠시 머물러도 우리 팀" 같은 대표님 언어가 프로젝트 철학이 됨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비전공자 팀의 AI 도구 활용 — Claude PM Skills, LLM 기반 브레인스토밍과 기획 발산 경험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플랫폼의 유혹을 경계하는 법 — 당근·배민식 독점 구조와 반대로, 관계가 중심이고 기술은 보조 수단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952500"/>
            <a:ext cx="10337800" cy="6651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6. </a:t>
            </a:r>
            <a:r>
              <a:rPr lang="ko-KR" altLang="en-US" sz="4500" b="0" i="0" u="none" strike="noStrike" dirty="0">
                <a:solidFill>
                  <a:srgbClr val="4B468E"/>
                </a:solidFill>
                <a:latin typeface="NanumSquare ExtraBold" panose="020B0600000101010101" charset="-127"/>
                <a:ea typeface="NanumSquare ExtraBold" panose="020B0600000101010101" charset="-127"/>
                <a:cs typeface="함초롬돋움" panose="020B0604000101010101" pitchFamily="50" charset="-127"/>
              </a:rPr>
              <a:t>참고자료</a:t>
            </a:r>
            <a:endParaRPr lang="en-US" sz="4500" b="0" i="0" u="none" strike="noStrike" dirty="0">
              <a:solidFill>
                <a:srgbClr val="4B468E"/>
              </a:solidFill>
              <a:latin typeface="NanumSquare ExtraBold" panose="020B0600000101010101" charset="-127"/>
              <a:ea typeface="NanumSquare ExtraBold" panose="020B0600000101010101" charset="-127"/>
              <a:cs typeface="함초롬돋움" panose="020B0604000101010101" pitchFamily="50" charset="-127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758952" y="1828800"/>
            <a:ext cx="16916400" cy="5760720"/>
          </a:xfrm>
          <a:prstGeom prst="rect">
            <a:avLst/>
          </a:prstGeom>
        </p:spPr>
        <p:txBody>
          <a:bodyPr lIns="0" tIns="0" rIns="0" bIns="0" rtlCol="0" anchor="ctr" wrap="square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sz="1800" b="1">
                <a:solidFill>
                  <a:srgbClr val="201A74"/>
                </a:solidFill>
                <a:latin typeface="NanumSquare ExtraBold"/>
              </a:rPr>
              <a:t>■ 파트너 자료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협동조합 청풍 홈페이지 — https://www.guniverse.net/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청풍 개강워크숍 특강 (유명상 대표) — https://youtu.be/cP9TU7bO0EU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청풍 관련 보도 — 한겨레21, 탑데일리, 라이프인, 신동아, 경인일보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도서·연구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관계인구 관련 추천 서적 — https://www.yes24.com/Product/Goods/89328995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일본 가미야마 마을(NPO 그린밸리) 창조적 과소 전략 — 3/27 세미나 사쿠타 쇼스케 발표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선행·유관 프로젝트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이을랩 로컬유니버스 앱 — https://modulabs.co.kr/labs/629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카카오임팩트 커뮤니티 세미나 — 나서경(청풍 대표), 우성희(듣는연구소), 김민석(카카오임팩트), 조용민·윤수영(이을랩)</a:t>
            </a:r>
          </a:p>
          <a:p>
            <a:pPr/>
            <a:r>
              <a:rPr sz="1800" b="1">
                <a:solidFill>
                  <a:srgbClr val="201A74"/>
                </a:solidFill>
                <a:latin typeface="NanumSquare ExtraBold"/>
              </a:rPr>
              <a:t>■ 팀 내부 문서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프로젝트 기획안 v1 · 팀 공유 요약본 (2026-04-10 작성)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웹앱 핵심 플로우 명세서 (2026-04-10 작성, 5개 플로우 포함)</a:t>
            </a:r>
          </a:p>
          <a:p>
            <a:pPr lvl="1"/>
            <a:r>
              <a:rPr sz="1400" b="0">
                <a:solidFill>
                  <a:srgbClr val="201A74"/>
                </a:solidFill>
                <a:latin typeface="NanumSquare Regular"/>
              </a:rPr>
              <a:t>정기회의록 5종 (3/20, 3/27, 3/30 대표님 미팅, 4/3, 4/7 멘토링)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B42066-0B69-4796-9DAE-D00A96B8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55" y="7797800"/>
            <a:ext cx="162941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4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199</Words>
  <Application>Microsoft Office PowerPoint</Application>
  <PresentationFormat>사용자 지정</PresentationFormat>
  <Paragraphs>35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NanumSquare Regular</vt:lpstr>
      <vt:lpstr>맑은 고딕</vt:lpstr>
      <vt:lpstr>Aharoni</vt:lpstr>
      <vt:lpstr>함초롬돋움</vt:lpstr>
      <vt:lpstr>MV Boli</vt:lpstr>
      <vt:lpstr>NanumSquare ExtraBold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</cp:revision>
  <dcterms:created xsi:type="dcterms:W3CDTF">2006-08-16T00:00:00Z</dcterms:created>
  <dcterms:modified xsi:type="dcterms:W3CDTF">2025-03-06T02:22:51Z</dcterms:modified>
</cp:coreProperties>
</file>